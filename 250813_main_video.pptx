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1C9D-6B27-4CBB-A77B-492FC604F73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1F25-64EF-49DA-922A-0E395897F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15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1C9D-6B27-4CBB-A77B-492FC604F73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1F25-64EF-49DA-922A-0E395897F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70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1C9D-6B27-4CBB-A77B-492FC604F73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1F25-64EF-49DA-922A-0E395897F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339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1C9D-6B27-4CBB-A77B-492FC604F73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1F25-64EF-49DA-922A-0E395897F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068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1C9D-6B27-4CBB-A77B-492FC604F73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1F25-64EF-49DA-922A-0E395897F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68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1C9D-6B27-4CBB-A77B-492FC604F73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1F25-64EF-49DA-922A-0E395897F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407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1C9D-6B27-4CBB-A77B-492FC604F73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1F25-64EF-49DA-922A-0E395897F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20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1C9D-6B27-4CBB-A77B-492FC604F73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1F25-64EF-49DA-922A-0E395897F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71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1C9D-6B27-4CBB-A77B-492FC604F73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1F25-64EF-49DA-922A-0E395897F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17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1C9D-6B27-4CBB-A77B-492FC604F73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1F25-64EF-49DA-922A-0E395897F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227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1C9D-6B27-4CBB-A77B-492FC604F73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1F25-64EF-49DA-922A-0E395897F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34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F1C9D-6B27-4CBB-A77B-492FC604F73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81F25-64EF-49DA-922A-0E395897FE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93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4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7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00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47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연구개발부 김효원</dc:creator>
  <cp:lastModifiedBy>연구개발부 김효원</cp:lastModifiedBy>
  <cp:revision>2</cp:revision>
  <dcterms:created xsi:type="dcterms:W3CDTF">2025-08-05T07:09:35Z</dcterms:created>
  <dcterms:modified xsi:type="dcterms:W3CDTF">2025-08-13T02:17:28Z</dcterms:modified>
</cp:coreProperties>
</file>